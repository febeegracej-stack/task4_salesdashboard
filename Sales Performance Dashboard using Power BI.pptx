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0E518-FA3B-F360-4AF4-EB974D571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F88D08-E8B3-EFFB-E8A1-82B7A531D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C5689-7981-A27A-FB94-ACC58D88D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138-C7E2-4519-9282-9043BF5CBB6A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BB0FC-646B-1135-8D4A-AB517C640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3C3DF-2B79-907E-D1DD-4B2FF03D1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16544-02EC-4A46-A719-F9DA932CAA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861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4AA8E-F1A9-12B3-17FF-F7594368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11DAC-9BFA-C346-C06C-B0A99C765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5DB0D-4C75-960F-EB4E-97415596E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138-C7E2-4519-9282-9043BF5CBB6A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4D073-C2D1-86C0-09E6-872DE2D05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2278B-4923-6A88-3149-F3D0D477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16544-02EC-4A46-A719-F9DA932CAA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731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C4C2-4CAD-09CA-6C35-4D0D93949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D28C3-506B-B8A4-2CA3-0BFE91D24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02F55-4886-F195-FD81-294BDE512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138-C7E2-4519-9282-9043BF5CBB6A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49D7A-BA98-4317-D805-ADCB08A4F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2176A-19B2-3C65-8B7A-D3F3CC502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16544-02EC-4A46-A719-F9DA932CAA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590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F3769-0F2B-C011-FE3A-8C472BB7F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56D5D-4347-DE12-20F6-3915783EC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3FFDF3-D627-D8F5-99FC-A2354CA3E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FBA04-A832-F66B-DC08-2A94217C5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138-C7E2-4519-9282-9043BF5CBB6A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F2F23-59BD-96BE-8E18-3A837D360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835600-DF3A-D561-31E2-1EBED4816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16544-02EC-4A46-A719-F9DA932CAA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028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3A9AB-F8E9-94D4-416E-8800CD426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1DC16-C374-688C-CBF6-B6CA9D0AE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5D13A-D79F-9334-21B9-1864FADC3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81A502-4B94-8727-16FE-B4ED5A056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DC39E3-9095-C646-53C2-3915400596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CFD8C2-E679-AA82-5021-3FDE8B05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138-C7E2-4519-9282-9043BF5CBB6A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E78F06-6BF3-3947-1216-2364BE648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FAE092-3C4E-034E-5765-E430E082C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16544-02EC-4A46-A719-F9DA932CAA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92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CED0-7354-E569-7CE6-FDE773A1E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4B3760-3BFC-7762-BFE9-B82A123A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138-C7E2-4519-9282-9043BF5CBB6A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9AF45B-7C29-67CF-D27A-C7D4084A4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80E807-BBB2-6235-F125-FE3FA25A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16544-02EC-4A46-A719-F9DA932CAA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718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F880E8-B90B-25F4-872F-FA46D0D65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138-C7E2-4519-9282-9043BF5CBB6A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3D52DC-389C-A897-B03A-A72C92E54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38157-2044-F2FC-2BF6-DB8F22396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16544-02EC-4A46-A719-F9DA932CAA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29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06105-023B-18E6-1043-080A3A420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6907C-ECAC-7621-1D17-C476E4BFD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692CB-A985-90D1-361A-D9BD06D34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9C2BE-7EDE-C105-D099-AB7740EAE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138-C7E2-4519-9282-9043BF5CBB6A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7C7E3-BBA6-66C4-1085-3564F9676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D6C53-BF22-D0EE-859B-99C5889F5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16544-02EC-4A46-A719-F9DA932CAA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19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59332-22EA-B7BE-39CE-23DDE424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CA65C0-8EE5-75AF-213C-61EA1DA190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C1FD0B-7979-FC11-B640-7319F6672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51064-63E2-9CE2-8229-1E43E92F0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138-C7E2-4519-9282-9043BF5CBB6A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9D558-4EB1-B739-1763-FF78247C9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4D307-0F51-EA2A-38AD-CA1075B49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16544-02EC-4A46-A719-F9DA932CAA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223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7C68-EE63-5A79-58C7-AC57408DC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E83068-6295-D85C-5598-FDCCC5C2B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77129-0F7C-B1FC-9549-99B0507D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138-C7E2-4519-9282-9043BF5CBB6A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B230E-D892-DBA5-1448-16588BB73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7767A-87C3-12F8-3A8F-B01EB3AB0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16544-02EC-4A46-A719-F9DA932CAA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26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C6195B-3D18-1791-2F79-8A67851A72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2A809C-CA54-D6ED-E9B1-632126655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FD92C-248B-0B3D-B8B7-016645735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3138-C7E2-4519-9282-9043BF5CBB6A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C0005-C5CD-361C-5CBE-C053671C0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C7061-948A-FA7F-5305-89A79E9D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16544-02EC-4A46-A719-F9DA932CAA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038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F870A5-F824-7AE5-E7C3-37B0C082F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F9795-0CE6-E413-8DD7-59B87E617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46E70-2A12-0D07-33F5-FDA78C2C4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33138-C7E2-4519-9282-9043BF5CBB6A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B5F8B-5A9C-B16F-C71F-6A39CB4D1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A61E9-FFA3-A25D-DC78-9A750B5186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16544-02EC-4A46-A719-F9DA932CAA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86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74BC-2639-5614-0CEE-1011198A3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/>
              <a:t>Sales Performance Dashboard using Power BI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706EFD-5055-FCD5-DF27-BB280B50BE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/>
              <a:t>Dashboard Design and Business Intelligence Analysis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414510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DEA0-250A-E387-6B3E-770CEF2847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5EE46C-8414-52B2-E1A2-6A2565E1CF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D9520-94DE-F8BB-56F3-94CF6E3CB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" y="0"/>
            <a:ext cx="121779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275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DC56-48B4-591D-AB97-B2A74AE2B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 &amp;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B2A68-A827-E542-AC56-158FEAF37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689"/>
            <a:ext cx="5257800" cy="5415965"/>
          </a:xfrm>
        </p:spPr>
        <p:txBody>
          <a:bodyPr>
            <a:normAutofit/>
          </a:bodyPr>
          <a:lstStyle/>
          <a:p>
            <a:r>
              <a:rPr lang="en-US" b="1" dirty="0"/>
              <a:t>Objective</a:t>
            </a:r>
            <a:endParaRPr lang="en-US" dirty="0"/>
          </a:p>
          <a:p>
            <a:r>
              <a:rPr lang="en-US" dirty="0"/>
              <a:t>Design an interactive business dashboard using Power BI. </a:t>
            </a:r>
          </a:p>
          <a:p>
            <a:r>
              <a:rPr lang="en-US" dirty="0" err="1"/>
              <a:t>Analyse</a:t>
            </a:r>
            <a:r>
              <a:rPr lang="en-US" dirty="0"/>
              <a:t> sales performance across regions, products, and sales channels. </a:t>
            </a:r>
          </a:p>
          <a:p>
            <a:r>
              <a:rPr lang="en-US" dirty="0"/>
              <a:t>Provide actionable insights for business stakeholders. 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59ABDA-5C36-66A7-59B6-928CB87FB9CE}"/>
              </a:ext>
            </a:extLst>
          </p:cNvPr>
          <p:cNvSpPr txBox="1"/>
          <p:nvPr/>
        </p:nvSpPr>
        <p:spPr>
          <a:xfrm>
            <a:off x="6416842" y="1418689"/>
            <a:ext cx="5390147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Dataset</a:t>
            </a:r>
            <a:endParaRPr lang="en-US" sz="2800" dirty="0"/>
          </a:p>
          <a:p>
            <a:r>
              <a:rPr lang="en-US" sz="2800" dirty="0"/>
              <a:t>Sales Financial Dataset (Kaggle) </a:t>
            </a:r>
          </a:p>
          <a:p>
            <a:r>
              <a:rPr lang="en-US" sz="2800" dirty="0"/>
              <a:t>Fields used: </a:t>
            </a:r>
          </a:p>
          <a:p>
            <a:pPr lvl="1"/>
            <a:r>
              <a:rPr lang="en-US" sz="2800" dirty="0"/>
              <a:t>Sales Amount </a:t>
            </a:r>
          </a:p>
          <a:p>
            <a:pPr lvl="1"/>
            <a:r>
              <a:rPr lang="en-US" sz="2800" dirty="0"/>
              <a:t>Quantity Sold </a:t>
            </a:r>
          </a:p>
          <a:p>
            <a:pPr lvl="1"/>
            <a:r>
              <a:rPr lang="en-US" sz="2800" dirty="0"/>
              <a:t>Product Category </a:t>
            </a:r>
          </a:p>
          <a:p>
            <a:pPr lvl="1"/>
            <a:r>
              <a:rPr lang="en-US" sz="2800" dirty="0"/>
              <a:t>Region </a:t>
            </a:r>
          </a:p>
          <a:p>
            <a:pPr lvl="1"/>
            <a:r>
              <a:rPr lang="en-US" sz="2800" dirty="0"/>
              <a:t>Customer Type </a:t>
            </a:r>
          </a:p>
          <a:p>
            <a:pPr lvl="1"/>
            <a:r>
              <a:rPr lang="en-US" sz="2800" dirty="0"/>
              <a:t>Sales Channel </a:t>
            </a:r>
          </a:p>
          <a:p>
            <a:pPr lvl="1"/>
            <a:r>
              <a:rPr lang="en-US" sz="2800" dirty="0"/>
              <a:t>Sales Representative </a:t>
            </a:r>
          </a:p>
          <a:p>
            <a:pPr lvl="1"/>
            <a:r>
              <a:rPr lang="en-US" sz="2800" dirty="0"/>
              <a:t>Sale Date</a:t>
            </a:r>
          </a:p>
          <a:p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47BA00-58F6-1BE0-A26F-81161733BD3D}"/>
              </a:ext>
            </a:extLst>
          </p:cNvPr>
          <p:cNvCxnSpPr>
            <a:cxnSpLocks/>
          </p:cNvCxnSpPr>
          <p:nvPr/>
        </p:nvCxnSpPr>
        <p:spPr>
          <a:xfrm>
            <a:off x="6240378" y="1086852"/>
            <a:ext cx="0" cy="4684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076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A36CD-4B86-05B6-1834-C034A6CA1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D7018-6541-3430-99D4-92DE835F5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F6335-26C0-D27A-0038-3CECB0CA0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Sales Performance</a:t>
            </a:r>
            <a:endParaRPr lang="en-US" dirty="0"/>
          </a:p>
          <a:p>
            <a:r>
              <a:rPr lang="en-US" dirty="0"/>
              <a:t>Total revenue exceeded 5 million. </a:t>
            </a:r>
          </a:p>
          <a:p>
            <a:r>
              <a:rPr lang="en-US" dirty="0"/>
              <a:t>Significant variation exists across product categories. </a:t>
            </a:r>
          </a:p>
          <a:p>
            <a:r>
              <a:rPr lang="en-US" dirty="0"/>
              <a:t>Regional sales performance differs between customer segments. </a:t>
            </a:r>
          </a:p>
          <a:p>
            <a:pPr marL="0" indent="0">
              <a:buNone/>
            </a:pPr>
            <a:r>
              <a:rPr lang="en-US" b="1" dirty="0"/>
              <a:t>Sales Representatives</a:t>
            </a:r>
            <a:endParaRPr lang="en-US" dirty="0"/>
          </a:p>
          <a:p>
            <a:r>
              <a:rPr lang="en-US" dirty="0"/>
              <a:t>Some representatives consistently outperform others. </a:t>
            </a:r>
          </a:p>
          <a:p>
            <a:r>
              <a:rPr lang="en-US" dirty="0"/>
              <a:t>Online and retail channels contribute differently to revenue. </a:t>
            </a:r>
          </a:p>
          <a:p>
            <a:pPr marL="0" indent="0">
              <a:buNone/>
            </a:pPr>
            <a:r>
              <a:rPr lang="en-US" b="1" dirty="0"/>
              <a:t>Customer Analysis</a:t>
            </a:r>
            <a:endParaRPr lang="en-US" dirty="0"/>
          </a:p>
          <a:p>
            <a:r>
              <a:rPr lang="en-US" dirty="0"/>
              <a:t>New and returning customers show distinct purchasing </a:t>
            </a:r>
            <a:r>
              <a:rPr lang="en-US" dirty="0" err="1"/>
              <a:t>behaviours</a:t>
            </a:r>
            <a:r>
              <a:rPr lang="en-US" dirty="0"/>
              <a:t>. </a:t>
            </a:r>
          </a:p>
          <a:p>
            <a:r>
              <a:rPr lang="en-US" dirty="0"/>
              <a:t>Regional demand patterns can guide future sales strategies. </a:t>
            </a:r>
          </a:p>
        </p:txBody>
      </p:sp>
    </p:spTree>
    <p:extLst>
      <p:ext uri="{BB962C8B-B14F-4D97-AF65-F5344CB8AC3E}">
        <p14:creationId xmlns:p14="http://schemas.microsoft.com/office/powerpoint/2010/main" val="604083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2EAC7-06EF-FA86-21B3-FA622BD1D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6E98-55BC-EB58-3D99-9A82678A4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 and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FAE14-825F-0031-32F7-D760B6DC3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Conclusion</a:t>
            </a:r>
            <a:endParaRPr lang="en-US" dirty="0"/>
          </a:p>
          <a:p>
            <a:r>
              <a:rPr lang="en-US" dirty="0"/>
              <a:t>The dashboard provides a comprehensive view of business performance. </a:t>
            </a:r>
          </a:p>
          <a:p>
            <a:r>
              <a:rPr lang="en-US" dirty="0"/>
              <a:t>Interactive filters allow stakeholders to explore data dynamically. </a:t>
            </a:r>
          </a:p>
          <a:p>
            <a:r>
              <a:rPr lang="en-US" dirty="0"/>
              <a:t>Visual insights support informed decision-making. </a:t>
            </a:r>
          </a:p>
          <a:p>
            <a:pPr marL="0" indent="0">
              <a:buNone/>
            </a:pPr>
            <a:r>
              <a:rPr lang="en-US" b="1" dirty="0"/>
              <a:t>Recommendations</a:t>
            </a:r>
            <a:endParaRPr lang="en-US" dirty="0"/>
          </a:p>
          <a:p>
            <a:r>
              <a:rPr lang="en-US" dirty="0"/>
              <a:t>Focus on high-performing product categories. </a:t>
            </a:r>
          </a:p>
          <a:p>
            <a:r>
              <a:rPr lang="en-US" dirty="0"/>
              <a:t>Strengthen sales strategies in lower-performing regions. </a:t>
            </a:r>
          </a:p>
          <a:p>
            <a:r>
              <a:rPr lang="en-US" dirty="0"/>
              <a:t>Monitor monthly sales trends for forecasting and planning.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8405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183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Sales Performance Dashboard using Power BI</vt:lpstr>
      <vt:lpstr>PowerPoint Presentation</vt:lpstr>
      <vt:lpstr>Objective &amp; Dataset</vt:lpstr>
      <vt:lpstr>Key Insights</vt:lpstr>
      <vt:lpstr>Conclusion and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Febee Grace</dc:creator>
  <cp:lastModifiedBy>Febee Grace</cp:lastModifiedBy>
  <cp:revision>1</cp:revision>
  <dcterms:created xsi:type="dcterms:W3CDTF">2026-06-04T13:23:38Z</dcterms:created>
  <dcterms:modified xsi:type="dcterms:W3CDTF">2026-06-04T13:32:54Z</dcterms:modified>
</cp:coreProperties>
</file>